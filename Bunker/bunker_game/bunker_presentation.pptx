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8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21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457200" cy="49971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3152"/>
            <a:ext cx="36576" cy="499719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ДВНЗ «Прикарпатський національний університет імені Василя Стефаника»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5029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Факультет математики та інформатики | Кафедра інформатики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веб-додатку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гри «Бункер»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2286000" y="2331720"/>
            <a:ext cx="4572000" cy="274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231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5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КУРСОВА РОБОТА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Спеціальність 122 — Комп'ютерні науки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3474720" cy="1325880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246120"/>
            <a:ext cx="45720" cy="13258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Рурак Віктор Миколайович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840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311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069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н.р.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3474720" cy="1325880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46120"/>
            <a:ext cx="45720" cy="13258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Кушнірчук Василь Йосипович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8587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к.ф.-м.н., доцент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4114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Івано-Франківськ,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01752"/>
            <a:ext cx="54864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та завдання дослідження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77640" cy="3749040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5720" cy="3749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повнофункціонального веб-додатку багатокористувацької гри «Бункер» з використанням сучасних веб-технологій та розгортанням у хмарному середовищі.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3383280" cy="1828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17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 дослідження: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 розробки веб-застосунків реального часу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дослідження: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реалізації WebSocket-комунікації у багатокористувацьких іграх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4251960" cy="3749040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97280"/>
            <a:ext cx="45720" cy="37490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700784"/>
            <a:ext cx="237744" cy="23774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68249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162763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існуючих аналогів та вибір технологічного стеку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148840"/>
            <a:ext cx="237744" cy="23774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13055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07568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 архітектури клієнт-серверного додатку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596896"/>
            <a:ext cx="237744" cy="23774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57860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252374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серверної частини на Flask + Flask-SocketIO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3044952"/>
            <a:ext cx="237744" cy="23774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02666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29718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клієнтської частини (HTML/CSS/JavaScript)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493008"/>
            <a:ext cx="237744" cy="23774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47472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41985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WebSocket-комунікації в реальному часі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3941064"/>
            <a:ext cx="237744" cy="23774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92277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386791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Підключення бази даних SQLite та системи авторизації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4389120"/>
            <a:ext cx="237744" cy="23774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37083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43159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Розгортання додатку на платформі Railway (PaaS)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01752"/>
            <a:ext cx="54864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560320" cy="107899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5603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07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 програмування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1143000"/>
            <a:ext cx="2560320" cy="107899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1143000"/>
            <a:ext cx="256032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07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Веб-фреймворк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1143000"/>
            <a:ext cx="2560320" cy="107899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1143000"/>
            <a:ext cx="2560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307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WebSocket-комунікація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404872"/>
            <a:ext cx="2560320" cy="107899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404872"/>
            <a:ext cx="25603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94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29535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Асинхронний режим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2404872"/>
            <a:ext cx="2560320" cy="107899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63240" y="2404872"/>
            <a:ext cx="256032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5694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29535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2404872"/>
            <a:ext cx="2560320" cy="107899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06440" y="2404872"/>
            <a:ext cx="2560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5694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0" y="29535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Клієнтська логіка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666744"/>
            <a:ext cx="2560320" cy="107899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666744"/>
            <a:ext cx="256032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313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42153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 користувача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63240" y="3666744"/>
            <a:ext cx="2560320" cy="107899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063240" y="3666744"/>
            <a:ext cx="256032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38313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00400" y="42153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Хмарне розгортання (PaaS)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06440" y="3666744"/>
            <a:ext cx="2560320" cy="107899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806440" y="3666744"/>
            <a:ext cx="2560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8313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943600" y="42153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та контроль версій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01752"/>
            <a:ext cx="54864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2286000"/>
          </a:xfrm>
          <a:prstGeom prst="rect">
            <a:avLst/>
          </a:prstGeom>
          <a:solidFill>
            <a:srgbClr val="0F2233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2011680" cy="38404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Браузер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HTML/CSS/JS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Socket.IO client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WebSocket з'єднання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66160" y="1371600"/>
            <a:ext cx="2011680" cy="2286000"/>
          </a:xfrm>
          <a:prstGeom prst="rect">
            <a:avLst/>
          </a:prstGeom>
          <a:solidFill>
            <a:srgbClr val="0F2233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1371600"/>
            <a:ext cx="201168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75888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Flask App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75888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Flask-SocketIO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75888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gevent (async)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75888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Rooms &amp; State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1371600"/>
            <a:ext cx="2011680" cy="2286000"/>
          </a:xfrm>
          <a:prstGeom prst="rect">
            <a:avLst/>
          </a:prstGeom>
          <a:solidFill>
            <a:srgbClr val="0F223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371600"/>
            <a:ext cx="20116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SQLite DB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67728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Таблиця users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67728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Сесії Flask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67728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Стан кімнат (RAM)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286000" y="2395728"/>
            <a:ext cx="128016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22860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0" y="2670048"/>
            <a:ext cx="128016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26974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77840" y="2487168"/>
            <a:ext cx="1280160" cy="5486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/ sqlite3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0" y="3931920"/>
            <a:ext cx="4572000" cy="777240"/>
          </a:xfrm>
          <a:prstGeom prst="rect">
            <a:avLst/>
          </a:prstGeom>
          <a:solidFill>
            <a:srgbClr val="0F1F2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3931920"/>
            <a:ext cx="4572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3986784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PaaS  —  Хмарне розгортання  |  CI/CD через GitHub  |  Auto-deploy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01752"/>
            <a:ext cx="54864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Функціональні можливості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51760" cy="1572768"/>
          </a:xfrm>
          <a:prstGeom prst="rect">
            <a:avLst/>
          </a:prstGeom>
          <a:solidFill>
            <a:srgbClr val="0F2233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5727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0700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Авторизація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591056"/>
            <a:ext cx="2331720" cy="1828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4592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 та вхід.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Сесії через Flask.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Хешування паролів.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0" y="1097280"/>
            <a:ext cx="2651760" cy="1572768"/>
          </a:xfrm>
          <a:prstGeom prst="rect">
            <a:avLst/>
          </a:prstGeom>
          <a:solidFill>
            <a:srgbClr val="0F2233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097280"/>
            <a:ext cx="54864" cy="15727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20700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Ігрові кімнати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73552" y="1591056"/>
            <a:ext cx="2331720" cy="1828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64592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6-символьного коду. Лобі з переліком гравців. Хост керує грою.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1097280"/>
            <a:ext cx="2651760" cy="1572768"/>
          </a:xfrm>
          <a:prstGeom prst="rect">
            <a:avLst/>
          </a:prstGeom>
          <a:solidFill>
            <a:srgbClr val="0F223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097280"/>
            <a:ext cx="54864" cy="15727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20700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WebSocket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08192" y="1591056"/>
            <a:ext cx="2331720" cy="1828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64592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час без перезавантажень. Двостороннє з'єднання. Кімнати SocketIO.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2651760" cy="1572768"/>
          </a:xfrm>
          <a:prstGeom prst="rect">
            <a:avLst/>
          </a:prstGeom>
          <a:solidFill>
            <a:srgbClr val="0F2233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34640"/>
            <a:ext cx="54864" cy="15727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94436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Карти гравців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" y="3328416"/>
            <a:ext cx="2331720" cy="1828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38328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характеристик. Алгоритм нарахування балів. Розкриття по раундах.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0" y="2834640"/>
            <a:ext cx="2651760" cy="1572768"/>
          </a:xfrm>
          <a:prstGeom prst="rect">
            <a:avLst/>
          </a:prstGeom>
          <a:solidFill>
            <a:srgbClr val="0F2233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2834640"/>
            <a:ext cx="54864" cy="15727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294436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  Голосування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73552" y="3328416"/>
            <a:ext cx="2331720" cy="1828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338328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Таємне голосування в реальному часі. Виключення за більшістю. Результати для всіх.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0" y="2834640"/>
            <a:ext cx="2651760" cy="1572768"/>
          </a:xfrm>
          <a:prstGeom prst="rect">
            <a:avLst/>
          </a:prstGeom>
          <a:solidFill>
            <a:srgbClr val="0F223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2834640"/>
            <a:ext cx="54864" cy="15727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294436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Карти дій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08192" y="3328416"/>
            <a:ext cx="2331720" cy="1828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08192" y="338328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унікальних карт. Ефекти: розкриття, обмін, прокляття. Карта помсти.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01752"/>
            <a:ext cx="54864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Інтерфейс: авторизація та головна сторінка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0F2233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/sessions/ecstatic-vigilant-carson/mnt/outputs/kursova_img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39319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498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Сторінка авторизації — реєстрація та вхід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46320" y="1051560"/>
            <a:ext cx="4023360" cy="3749040"/>
          </a:xfrm>
          <a:prstGeom prst="rect">
            <a:avLst/>
          </a:prstGeom>
          <a:solidFill>
            <a:srgbClr val="0F2233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/sessions/ecstatic-vigilant-carson/mnt/outputs/kursova_img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931920" cy="3383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498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сторінка — створення та приєднання до кімнати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01752"/>
            <a:ext cx="54864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Інтерфейс: лобі та ігровий процес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0F2233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/sessions/ecstatic-vigilant-carson/mnt/outputs/kursova_img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39319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498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Лобі очікування з кодом кімнати та списком гравців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46320" y="1051560"/>
            <a:ext cx="4023360" cy="3749040"/>
          </a:xfrm>
          <a:prstGeom prst="rect">
            <a:avLst/>
          </a:prstGeom>
          <a:solidFill>
            <a:srgbClr val="0F2233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/sessions/ecstatic-vigilant-carson/mnt/outputs/kursova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931920" cy="3383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498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Ігровий екран: картки гравців, карти дій, системний журнал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01752"/>
            <a:ext cx="54864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Інтерфейс: голосування та кінець гри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0F223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/sessions/ecstatic-vigilant-carson/mnt/outputs/kursova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39319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498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Голосування — таємне голосування в реальному часі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46320" y="1051560"/>
            <a:ext cx="4023360" cy="3749040"/>
          </a:xfrm>
          <a:prstGeom prst="rect">
            <a:avLst/>
          </a:prstGeom>
          <a:solidFill>
            <a:srgbClr val="0F2233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/sessions/ecstatic-vigilant-carson/mnt/outputs/kursova_imgs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3931920" cy="3383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498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Екран результатів — виживші, бали команди, поріг виживання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01752"/>
            <a:ext cx="54864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Розгортання додатку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0292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685800" cy="84124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репозиторій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зберігається у приватному репозиторії GitHub. Кожен push запускає CI/CD пайплайн.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75688"/>
            <a:ext cx="50292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75688"/>
            <a:ext cx="685800" cy="84124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75688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PaaS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423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Автоматичне розгортання з GitHub. Підтримка Python/gevent. Persistent storage відсутній.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35808"/>
            <a:ext cx="50292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35808"/>
            <a:ext cx="685800" cy="84124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35808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середовища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383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SECRET_KEY, GEMINI_API_KEY, ALLOWED_ORIGINS налаштовані через Railway Dashboard.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995928"/>
            <a:ext cx="5029200" cy="841248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995928"/>
            <a:ext cx="685800" cy="84124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95928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сервера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343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geventwebworker. Порт визначається зі змінної PORT. Підтримка WebSocket.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1115568"/>
            <a:ext cx="3246120" cy="3858768"/>
          </a:xfrm>
          <a:prstGeom prst="rect">
            <a:avLst/>
          </a:prstGeom>
          <a:solidFill>
            <a:srgbClr val="0F2233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115568"/>
            <a:ext cx="32461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1155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ТЕХНІЧНІ ДЕТАЛІ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1572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157276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Railway.app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15000" y="1956816"/>
            <a:ext cx="2926080" cy="9144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20482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86600" y="20482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15000" y="2432304"/>
            <a:ext cx="2926080" cy="9144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25237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WSGI-сервер: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86600" y="252374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gevent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15000" y="2907792"/>
            <a:ext cx="2926080" cy="9144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29992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БД: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86600" y="29992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(ephemeral)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15000" y="3383280"/>
            <a:ext cx="2926080" cy="9144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86600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4.x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715000" y="3858768"/>
            <a:ext cx="2926080" cy="9144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3950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86600" y="395020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railway.app (HTTPS)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715000" y="4334256"/>
            <a:ext cx="2926080" cy="9144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5000" y="44256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86600" y="442569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via GitHub push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301752"/>
            <a:ext cx="54864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8503920" cy="53035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45720" cy="5303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61872"/>
            <a:ext cx="228600" cy="228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4358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17957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Спроєктована та реалізована повнофункціональна клієнт-серверна система багатокористувацької гри «Бункер»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755648"/>
            <a:ext cx="8503920" cy="53035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55648"/>
            <a:ext cx="45720" cy="5303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01952"/>
            <a:ext cx="228600" cy="2286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8366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181965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Забезпечена комунікація в реальному часі за допомогою WebSocket-протоколу (Flask-SocketIO + gevent)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8503920" cy="53035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95728"/>
            <a:ext cx="45720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42032"/>
            <a:ext cx="228600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2374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245973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систему авторизації, управління кімнатами, ігровою логікою та картами дій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8503920" cy="53035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35808"/>
            <a:ext cx="45720" cy="5303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182112"/>
            <a:ext cx="228600" cy="2286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6382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09981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адаптивний веб-інтерфейс з постапокаліптичною темою Fallout/Vault-Tec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675888"/>
            <a:ext cx="8503920" cy="53035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675888"/>
            <a:ext cx="45720" cy="5303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822192"/>
            <a:ext cx="228600" cy="2286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0390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373989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Забезпечено безперервне розгортання (CI/CD) через GitHub та платформу Railway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315968"/>
            <a:ext cx="8503920" cy="530352"/>
          </a:xfrm>
          <a:prstGeom prst="rect">
            <a:avLst/>
          </a:prstGeom>
          <a:solidFill>
            <a:srgbClr val="0F2233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315968"/>
            <a:ext cx="45720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462272"/>
            <a:ext cx="228600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4398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" y="437997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Отримано практичний досвід роботи з сучасним стеком веб-технологій та хмарними сервісами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0F2233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14400"/>
            <a:ext cx="640080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4041648"/>
            <a:ext cx="64008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2743200" y="2377440"/>
            <a:ext cx="3657600" cy="3657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4871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Готовий відповісти на запитання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Рурак Віктор Миколайович  |  Група 311  | 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34930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bunker-production-8399.up.railway.app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Екран (16:9)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Розробка веб-додатку онлайн гри «Бункер»</dc:title>
  <dc:subject>PptxGenJS Presentation</dc:subject>
  <dc:creator>Рурак Віктор Миколайович</dc:creator>
  <cp:lastModifiedBy>Viktor Rurak</cp:lastModifiedBy>
  <cp:revision>1</cp:revision>
  <dcterms:created xsi:type="dcterms:W3CDTF">2026-05-11T00:44:42Z</dcterms:created>
  <dcterms:modified xsi:type="dcterms:W3CDTF">2026-05-11T00:46:52Z</dcterms:modified>
</cp:coreProperties>
</file>